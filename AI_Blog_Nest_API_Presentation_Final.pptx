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37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ptos Display"/>
              </a:defRPr>
            </a:pPr>
            <a:r>
              <a:t>AI Blog Nest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058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1EBFF"/>
                </a:solidFill>
                <a:latin typeface="Aptos"/>
              </a:defRPr>
            </a:pPr>
            <a:r>
              <a:t>Intelligent API for creating, managing and accessing blog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Aptos"/>
              </a:defRPr>
            </a:pPr>
            <a:r>
              <a:t>Presented by: J. Aarthika  | 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A56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Blog platforms contain large amounts of articles, posts and user-generated content.</a:t>
            </a:r>
          </a:p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Managing, searching and organizing blog content manually can be slow and difficult.</a:t>
            </a:r>
          </a:p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AI can understand blog-related requests and help users access relevant content quickly.</a:t>
            </a:r>
          </a:p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The AI Blog Nest API provides these capabilities as a simple service that applications can integrate.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26364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88291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A56"/>
                </a:solidFill>
                <a:latin typeface="Aptos Display"/>
              </a:defRPr>
            </a:pPr>
            <a:r>
              <a:t>What is an AI Blog Nest API?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An AI-powered API designed to manage and intelligently access blog content.</a:t>
            </a:r>
          </a:p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Uses Natural Language Processing (NLP) to understand user queries about blog posts.</a:t>
            </a:r>
          </a:p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Can identify relevant content even when the query is phrased differently.</a:t>
            </a:r>
          </a:p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Exposed as an API so websites, mobile apps and other client applications can use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26364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88291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A56"/>
                </a:solidFill>
                <a:latin typeface="Aptos Display"/>
              </a:defRPr>
            </a:pPr>
            <a:r>
              <a:t>Need for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24/7 Availability — Blog information can be accessed at any time.</a:t>
            </a:r>
          </a:p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Faster Response — Users can find relevant posts in seconds.</a:t>
            </a:r>
          </a:p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Reduced Workload — Automates repetitive content-management and search tasks.</a:t>
            </a:r>
          </a:p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Consistent Results — Provides structured and reliable responses from stored blog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26364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88291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A56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Build an API that provides intelligent access to blog content.</a:t>
            </a:r>
          </a:p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Understand natural-language queries using AI/NLP.</a:t>
            </a:r>
          </a:p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Return accurate and relevant blog information to users.</a:t>
            </a:r>
          </a:p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Provide fast responses with simple integration for applications.</a:t>
            </a:r>
          </a:p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Make blog content easy to manage, update and extend.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26364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88291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A56"/>
                </a:solidFill>
                <a:latin typeface="Aptos Display"/>
              </a:defRPr>
            </a:pPr>
            <a:r>
              <a:t>How the API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1. User asks — The user enters a question or request about blog content.</a:t>
            </a:r>
          </a:p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2. API receives — The request is sent to the API as a structured request.</a:t>
            </a:r>
          </a:p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3. AI processes — The system understands the query and finds relevant blog content.</a:t>
            </a:r>
          </a:p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4. Response returned — The API sends the selected information back to the client.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26364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88291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A56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User / Client App → API Server → AI / NLP Model → Blog Database</a:t>
            </a:r>
          </a:p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The request flows from the client to the API and AI processing layer.</a:t>
            </a:r>
          </a:p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Relevant blog content is retrieved from the database.</a:t>
            </a:r>
          </a:p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The processed result is returned to the user as an API response.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26364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88291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A56"/>
                </a:solidFill>
                <a:latin typeface="Aptos Display"/>
              </a:defRPr>
            </a:pPr>
            <a: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Python — Core programming language.</a:t>
            </a:r>
          </a:p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FastAPI / Flask — Builds the REST API.</a:t>
            </a:r>
          </a:p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NLP / AI Model — Understands user queries and identifies relevant content.</a:t>
            </a:r>
          </a:p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JSON — Request and response data format.</a:t>
            </a:r>
          </a:p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Database — Stores blog posts, metadata and related information.</a:t>
            </a:r>
          </a:p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Postman — Used for testing API endpoints.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26364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88291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A56"/>
                </a:solidFill>
                <a:latin typeface="Aptos Display"/>
              </a:defRPr>
            </a:pPr>
            <a:r>
              <a:t>API Request &amp; Response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424160" cy="4389120"/>
          </a:xfrm>
          <a:prstGeom prst="roundRect">
            <a:avLst/>
          </a:prstGeom>
          <a:solidFill>
            <a:srgbClr val="F2F6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987552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832"/>
                </a:solidFill>
                <a:latin typeface="Consolas"/>
              </a:defRPr>
            </a:pPr>
            <a:r>
              <a:t>Request (POST /ask)</a:t>
            </a:r>
            <a:br/>
            <a:r>
              <a:t>{</a:t>
            </a:r>
            <a:br/>
            <a:r>
              <a:t>  "question": "Show me blogs about artificial intelligence"</a:t>
            </a:r>
            <a:br/>
            <a:r>
              <a:t>}</a:t>
            </a:r>
            <a:br/>
            <a:br/>
            <a:r>
              <a:t>Response</a:t>
            </a:r>
            <a:br/>
            <a:r>
              <a:t>{</a:t>
            </a:r>
            <a:br/>
            <a:r>
              <a:t>  "answer": "Here are the most relevant AI blog posts.",</a:t>
            </a:r>
            <a:br/>
            <a:r>
              <a:t>  "results": [</a:t>
            </a:r>
            <a:br/>
            <a:r>
              <a:t>    "Introduction to Artificial Intelligence",</a:t>
            </a:r>
            <a:br/>
            <a:r>
              <a:t>    "AI Applications in Modern Technology"</a:t>
            </a:r>
            <a:br/>
            <a:r>
              <a:t>  ],</a:t>
            </a:r>
            <a:br/>
            <a:r>
              <a:t>  "confidence": 0.94</a:t>
            </a:r>
            <a:br/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26364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88291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A56"/>
                </a:solidFill>
                <a:latin typeface="Aptos Display"/>
              </a:defRPr>
            </a:pPr>
            <a: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Fast and intelligent access to blog information.</a:t>
            </a:r>
          </a:p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Saves time by automating repetitive search and content tasks.</a:t>
            </a:r>
          </a:p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Easy to integrate with websites and mobile applications.</a:t>
            </a:r>
          </a:p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Understands different ways of asking for the same blog information.</a:t>
            </a:r>
          </a:p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Scalable and suitable for handling multiple users.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26364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88291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A56"/>
                </a:solidFill>
                <a:latin typeface="Aptos Display"/>
              </a:defRPr>
            </a:pPr>
            <a:r>
              <a:t>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Blog Websites — Intelligent search and content discovery.</a:t>
            </a:r>
          </a:p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Education — Find articles, tutorials and learning resources.</a:t>
            </a:r>
          </a:p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News &amp; Media — Retrieve relevant articles based on user queries.</a:t>
            </a:r>
          </a:p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E-commerce — Publish and retrieve product-related blog content.</a:t>
            </a:r>
          </a:p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Business Portals — Provide knowledge articles and internal blog resources.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26364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88291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A56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The AI Blog Nest API provides an intelligent way to access and manage blog content.</a:t>
            </a:r>
          </a:p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It improves search speed, accessibility and user experience.</a:t>
            </a:r>
          </a:p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A simple API design makes integration with different applications easier.</a:t>
            </a:r>
          </a:p>
          <a:p>
            <a:pPr>
              <a:spcAft>
                <a:spcPts val="1400"/>
              </a:spcAft>
              <a:defRPr sz="2000">
                <a:solidFill>
                  <a:srgbClr val="232832"/>
                </a:solidFill>
                <a:latin typeface="Aptos"/>
              </a:defRPr>
            </a:pPr>
            <a:r>
              <a:t>• Future scope includes multi-language support, voice input and learning from user feedback.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26364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88291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ptos Display"/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E1EBFF"/>
                </a:solidFill>
                <a:latin typeface="Aptos"/>
              </a:defRPr>
            </a:pPr>
            <a:r>
              <a:t>AI Blog Nest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